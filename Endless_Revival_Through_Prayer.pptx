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3333333" cy="75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" y="731520"/>
            <a:ext cx="6400800" cy="0"/>
          </a:xfrm>
        </p:spPr>
        <p:txBody>
          <a:bodyPr/>
          <a:lstStyle/>
          <a:p>
            <a:pPr>
              <a:defRPr sz="4200"/>
            </a:pPr>
            <a:r>
              <a:t>WATCH • LISTEN • TESTIFY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194560"/>
            <a:ext cx="6217920" cy="1828800"/>
          </a:xfrm>
        </p:spPr>
        <p:txBody>
          <a:bodyPr/>
          <a:lstStyle/>
          <a:p>
            <a:pPr>
              <a:defRPr sz="2400"/>
            </a:pPr>
            <a:r>
              <a:t>Endless Revival Through Prayer</a:t>
            </a:r>
          </a:p>
          <a:p>
            <a:pPr>
              <a:defRPr sz="2400"/>
            </a:pPr>
            <a:r>
              <a:t>Main Text: James 5:17</a:t>
            </a:r>
          </a:p>
        </p:txBody>
      </p:sp>
      <p:pic>
        <p:nvPicPr>
          <p:cNvPr id="4" name="Picture 3" descr="01-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640080"/>
            <a:ext cx="512064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6675120" cy="822960"/>
          </a:xfrm>
        </p:spPr>
        <p:txBody>
          <a:bodyPr/>
          <a:lstStyle/>
          <a:p>
            <a:pPr>
              <a:defRPr sz="3400"/>
            </a:pPr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188720"/>
            <a:ext cx="6309360" cy="5303520"/>
          </a:xfrm>
        </p:spPr>
        <p:txBody>
          <a:bodyPr wrap="square"/>
          <a:lstStyle/>
          <a:p>
            <a:pPr>
              <a:defRPr sz="1500"/>
            </a:pPr>
            <a:r>
              <a:t>Tonight we talk about Endless Revival</a:t>
            </a:r>
          </a:p>
          <a:p>
            <a:pPr>
              <a:defRPr sz="1500"/>
            </a:pPr>
            <a:r>
              <a:t>Not emotional moments</a:t>
            </a:r>
          </a:p>
          <a:p>
            <a:pPr>
              <a:defRPr sz="1500"/>
            </a:pPr>
            <a:r>
              <a:t>Not temporary excitement</a:t>
            </a:r>
          </a:p>
          <a:p>
            <a:pPr>
              <a:defRPr sz="1500"/>
            </a:pPr>
            <a:r>
              <a:t>But sustained oil</a:t>
            </a:r>
          </a:p>
          <a:p>
            <a:pPr>
              <a:defRPr sz="1500"/>
            </a:pPr>
            <a:r>
              <a:t>James 5:17</a:t>
            </a:r>
          </a:p>
          <a:p>
            <a:pPr>
              <a:defRPr sz="1500"/>
            </a:pPr>
            <a:r>
              <a:t>"Elijah was a man with a nature like ours, and he prayed earnestly that it would not rain..."</a:t>
            </a:r>
          </a:p>
          <a:p>
            <a:pPr>
              <a:defRPr sz="1500"/>
            </a:pPr>
            <a:r>
              <a:t>Elijah was human:</a:t>
            </a:r>
          </a:p>
          <a:p>
            <a:pPr lvl="1">
              <a:defRPr sz="1300"/>
            </a:pPr>
            <a:r>
              <a:t>Had fears, weakness, pressure</a:t>
            </a:r>
          </a:p>
          <a:p>
            <a:pPr>
              <a:defRPr sz="1500"/>
            </a:pPr>
            <a:r>
              <a:t>But prayer changed a nation</a:t>
            </a:r>
          </a:p>
          <a:p>
            <a:pPr>
              <a:defRPr sz="1500"/>
            </a:pPr>
            <a:r>
              <a:t>Revival is sustained by:</a:t>
            </a:r>
          </a:p>
          <a:p>
            <a:pPr lvl="1">
              <a:defRPr sz="1300"/>
            </a:pPr>
            <a:r>
              <a:t>1) Watchfulness</a:t>
            </a:r>
          </a:p>
          <a:p>
            <a:pPr lvl="1">
              <a:defRPr sz="1300"/>
            </a:pPr>
            <a:r>
              <a:t>2) Obedience</a:t>
            </a:r>
          </a:p>
          <a:p>
            <a:pPr lvl="1">
              <a:defRPr sz="1300"/>
            </a:pPr>
            <a:r>
              <a:t>3) Testimony</a:t>
            </a:r>
          </a:p>
          <a:p>
            <a:pPr>
              <a:defRPr sz="1500"/>
            </a:pPr>
            <a:r>
              <a:t>Through prayer</a:t>
            </a:r>
          </a:p>
        </p:txBody>
      </p:sp>
      <p:pic>
        <p:nvPicPr>
          <p:cNvPr id="4" name="Picture 3" descr="02-introd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143000"/>
            <a:ext cx="466344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6675120" cy="822960"/>
          </a:xfrm>
        </p:spPr>
        <p:txBody>
          <a:bodyPr/>
          <a:lstStyle/>
          <a:p>
            <a:pPr>
              <a:defRPr sz="3400"/>
            </a:pPr>
            <a:r>
              <a:t>1)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188720"/>
            <a:ext cx="6309360" cy="5303520"/>
          </a:xfrm>
        </p:spPr>
        <p:txBody>
          <a:bodyPr wrap="square"/>
          <a:lstStyle/>
          <a:p>
            <a:pPr>
              <a:defRPr sz="1600"/>
            </a:pPr>
            <a:r>
              <a:t>Before physical drought, there was spiritual drought</a:t>
            </a:r>
          </a:p>
          <a:p>
            <a:pPr>
              <a:defRPr sz="1600"/>
            </a:pPr>
            <a:r>
              <a:t>Israel had turned to idols</a:t>
            </a:r>
          </a:p>
          <a:p>
            <a:pPr>
              <a:defRPr sz="1600"/>
            </a:pPr>
            <a:r>
              <a:t>God warned: Deuteronomy 11:16-17</a:t>
            </a:r>
          </a:p>
          <a:p>
            <a:pPr>
              <a:defRPr sz="1600"/>
            </a:pPr>
            <a:r>
              <a:t>Elijah knew the covenant</a:t>
            </a:r>
          </a:p>
          <a:p>
            <a:pPr>
              <a:defRPr sz="1600"/>
            </a:pPr>
            <a:r>
              <a:t>He confronted Ahab - He was a watchman</a:t>
            </a:r>
          </a:p>
          <a:p>
            <a:pPr>
              <a:defRPr sz="1600"/>
            </a:pPr>
            <a:r>
              <a:t>Watching means:</a:t>
            </a:r>
          </a:p>
          <a:p>
            <a:pPr lvl="1">
              <a:defRPr sz="1400"/>
            </a:pPr>
            <a:r>
              <a:t>Guard your heart</a:t>
            </a:r>
          </a:p>
          <a:p>
            <a:pPr lvl="1">
              <a:defRPr sz="1400"/>
            </a:pPr>
            <a:r>
              <a:t>Guard your home</a:t>
            </a:r>
          </a:p>
          <a:p>
            <a:pPr lvl="1">
              <a:defRPr sz="1400"/>
            </a:pPr>
            <a:r>
              <a:t>Guard your church</a:t>
            </a:r>
          </a:p>
          <a:p>
            <a:pPr>
              <a:defRPr sz="1600"/>
            </a:pPr>
            <a:r>
              <a:t>Jesus said: "Watch!"</a:t>
            </a:r>
          </a:p>
          <a:p>
            <a:pPr>
              <a:defRPr sz="1600"/>
            </a:pPr>
            <a:r>
              <a:t>Revival dies when the church sleeps</a:t>
            </a:r>
          </a:p>
        </p:txBody>
      </p:sp>
      <p:pic>
        <p:nvPicPr>
          <p:cNvPr id="4" name="Picture 3" descr="03-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143000"/>
            <a:ext cx="466344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6675120" cy="822960"/>
          </a:xfrm>
        </p:spPr>
        <p:txBody>
          <a:bodyPr/>
          <a:lstStyle/>
          <a:p>
            <a:pPr>
              <a:defRPr sz="3400"/>
            </a:pPr>
            <a:r>
              <a:t>2) LISTEN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188720"/>
            <a:ext cx="6309360" cy="5303520"/>
          </a:xfrm>
        </p:spPr>
        <p:txBody>
          <a:bodyPr wrap="square"/>
          <a:lstStyle/>
          <a:p>
            <a:pPr>
              <a:defRPr sz="1600"/>
            </a:pPr>
            <a:r>
              <a:t>Pattern in 1 Kings 17-18:</a:t>
            </a:r>
          </a:p>
          <a:p>
            <a:pPr lvl="1">
              <a:defRPr sz="1400"/>
            </a:pPr>
            <a:r>
              <a:t>"The word of the LORD came..."</a:t>
            </a:r>
          </a:p>
          <a:p>
            <a:pPr lvl="1">
              <a:defRPr sz="1400"/>
            </a:pPr>
            <a:r>
              <a:t>Go to Cherith -&gt; Zarephath -&gt; Return to Ahab -&gt; Pray for rain</a:t>
            </a:r>
          </a:p>
          <a:p>
            <a:pPr>
              <a:defRPr sz="1600"/>
            </a:pPr>
            <a:r>
              <a:t>Obedience produces miracles</a:t>
            </a:r>
          </a:p>
          <a:p>
            <a:pPr>
              <a:defRPr sz="1600"/>
            </a:pPr>
            <a:r>
              <a:t>Jesus said: John 5:19</a:t>
            </a:r>
          </a:p>
          <a:p>
            <a:pPr>
              <a:defRPr sz="1600"/>
            </a:pPr>
            <a:r>
              <a:t>"The Son can do nothing by Himself..."</a:t>
            </a:r>
          </a:p>
          <a:p>
            <a:pPr>
              <a:defRPr sz="1600"/>
            </a:pPr>
            <a:r>
              <a:t>Listening produces authority</a:t>
            </a:r>
          </a:p>
          <a:p>
            <a:pPr>
              <a:defRPr sz="1600"/>
            </a:pPr>
            <a:r>
              <a:t>Oil is built in hidden seasons:</a:t>
            </a:r>
          </a:p>
          <a:p>
            <a:pPr lvl="1">
              <a:defRPr sz="1400"/>
            </a:pPr>
            <a:r>
              <a:t>At the brook</a:t>
            </a:r>
          </a:p>
          <a:p>
            <a:pPr lvl="1">
              <a:defRPr sz="1400"/>
            </a:pPr>
            <a:r>
              <a:t>In the widow's house</a:t>
            </a:r>
          </a:p>
          <a:p>
            <a:pPr lvl="1">
              <a:defRPr sz="1400"/>
            </a:pPr>
            <a:r>
              <a:t>In private prayer</a:t>
            </a:r>
          </a:p>
        </p:txBody>
      </p:sp>
      <p:pic>
        <p:nvPicPr>
          <p:cNvPr id="4" name="Picture 3" descr="04-list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143000"/>
            <a:ext cx="466344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6675120" cy="822960"/>
          </a:xfrm>
        </p:spPr>
        <p:txBody>
          <a:bodyPr/>
          <a:lstStyle/>
          <a:p>
            <a:pPr>
              <a:defRPr sz="3400"/>
            </a:pPr>
            <a:r>
              <a:t>3) THE PRESSING (THE OIL)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188720"/>
            <a:ext cx="6309360" cy="5303520"/>
          </a:xfrm>
        </p:spPr>
        <p:txBody>
          <a:bodyPr wrap="square"/>
          <a:lstStyle/>
          <a:p>
            <a:pPr>
              <a:defRPr sz="1600"/>
            </a:pPr>
            <a:r>
              <a:t>Olives must be crushed to release oil</a:t>
            </a:r>
          </a:p>
          <a:p>
            <a:pPr>
              <a:defRPr sz="1600"/>
            </a:pPr>
            <a:r>
              <a:t>Elijah pressed for 3.5 years:</a:t>
            </a:r>
          </a:p>
          <a:p>
            <a:pPr lvl="1">
              <a:defRPr sz="1400"/>
            </a:pPr>
            <a:r>
              <a:t>Brook dried</a:t>
            </a:r>
          </a:p>
          <a:p>
            <a:pPr lvl="1">
              <a:defRPr sz="1400"/>
            </a:pPr>
            <a:r>
              <a:t>Widow had one meal</a:t>
            </a:r>
          </a:p>
          <a:p>
            <a:pPr lvl="1">
              <a:defRPr sz="1400"/>
            </a:pPr>
            <a:r>
              <a:t>Child died</a:t>
            </a:r>
          </a:p>
          <a:p>
            <a:pPr lvl="1">
              <a:defRPr sz="1400"/>
            </a:pPr>
            <a:r>
              <a:t>Stood alone on Mount Carmel</a:t>
            </a:r>
          </a:p>
          <a:p>
            <a:pPr>
              <a:defRPr sz="1600"/>
            </a:pPr>
            <a:r>
              <a:t>Crushing produces oil</a:t>
            </a:r>
          </a:p>
          <a:p>
            <a:pPr>
              <a:defRPr sz="1600"/>
            </a:pPr>
            <a:r>
              <a:t>Jesus said: Luke 16:16</a:t>
            </a:r>
          </a:p>
          <a:p>
            <a:pPr>
              <a:defRPr sz="1600"/>
            </a:pPr>
            <a:r>
              <a:t>"The Kingdom is pressed into..."</a:t>
            </a:r>
          </a:p>
          <a:p>
            <a:pPr>
              <a:defRPr sz="1600"/>
            </a:pPr>
            <a:r>
              <a:t>Pressing = pursuit, hunger, surrender</a:t>
            </a:r>
          </a:p>
          <a:p>
            <a:pPr>
              <a:defRPr sz="1600"/>
            </a:pPr>
            <a:r>
              <a:t>Prayer is the pressing</a:t>
            </a:r>
          </a:p>
        </p:txBody>
      </p:sp>
      <p:pic>
        <p:nvPicPr>
          <p:cNvPr id="4" name="Picture 3" descr="05-pressing-o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143000"/>
            <a:ext cx="466344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6675120" cy="822960"/>
          </a:xfrm>
        </p:spPr>
        <p:txBody>
          <a:bodyPr/>
          <a:lstStyle/>
          <a:p>
            <a:pPr>
              <a:defRPr sz="3400"/>
            </a:pPr>
            <a:r>
              <a:t>4) TEN VIRGINS -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188720"/>
            <a:ext cx="6309360" cy="5303520"/>
          </a:xfrm>
        </p:spPr>
        <p:txBody>
          <a:bodyPr wrap="square"/>
          <a:lstStyle/>
          <a:p>
            <a:pPr>
              <a:defRPr sz="1600"/>
            </a:pPr>
            <a:r>
              <a:t>Matthew 25: Ten virgins</a:t>
            </a:r>
          </a:p>
          <a:p>
            <a:pPr>
              <a:defRPr sz="1600"/>
            </a:pPr>
            <a:r>
              <a:t>All waiting, all sleeping, midnight cry</a:t>
            </a:r>
          </a:p>
          <a:p>
            <a:pPr>
              <a:defRPr sz="1600"/>
            </a:pPr>
            <a:r>
              <a:t>Only five had oil</a:t>
            </a:r>
          </a:p>
          <a:p>
            <a:pPr>
              <a:defRPr sz="1600"/>
            </a:pPr>
            <a:r>
              <a:t>Preparation happens before sudden moments</a:t>
            </a:r>
          </a:p>
          <a:p>
            <a:pPr>
              <a:defRPr sz="1600"/>
            </a:pPr>
            <a:r>
              <a:t>Elijah appeared suddenly - but he was prepared</a:t>
            </a:r>
          </a:p>
          <a:p>
            <a:pPr>
              <a:defRPr sz="1600"/>
            </a:pPr>
            <a:r>
              <a:t>Question: If midnight came tonight, would we be ready?</a:t>
            </a:r>
          </a:p>
        </p:txBody>
      </p:sp>
      <p:pic>
        <p:nvPicPr>
          <p:cNvPr id="4" name="Picture 3" descr="06-ten-virg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143000"/>
            <a:ext cx="466344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6675120" cy="822960"/>
          </a:xfrm>
        </p:spPr>
        <p:txBody>
          <a:bodyPr/>
          <a:lstStyle/>
          <a:p>
            <a:pPr>
              <a:defRPr sz="3400"/>
            </a:pPr>
            <a:r>
              <a:t>5) TESTIFY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188720"/>
            <a:ext cx="6309360" cy="5303520"/>
          </a:xfrm>
        </p:spPr>
        <p:txBody>
          <a:bodyPr wrap="square"/>
          <a:lstStyle/>
          <a:p>
            <a:pPr>
              <a:defRPr sz="1500"/>
            </a:pPr>
            <a:r>
              <a:t>During the drought:</a:t>
            </a:r>
          </a:p>
          <a:p>
            <a:pPr lvl="1">
              <a:defRPr sz="1300"/>
            </a:pPr>
            <a:r>
              <a:t>Widow's flour and oil did not run out</a:t>
            </a:r>
          </a:p>
          <a:p>
            <a:pPr lvl="1">
              <a:defRPr sz="1300"/>
            </a:pPr>
            <a:r>
              <a:t>Widow's son was raised</a:t>
            </a:r>
          </a:p>
          <a:p>
            <a:pPr lvl="1">
              <a:defRPr sz="1300"/>
            </a:pPr>
            <a:r>
              <a:t>Fire fell from heaven</a:t>
            </a:r>
          </a:p>
          <a:p>
            <a:pPr lvl="1">
              <a:defRPr sz="1300"/>
            </a:pPr>
            <a:r>
              <a:t>Rain returned</a:t>
            </a:r>
          </a:p>
          <a:p>
            <a:pPr>
              <a:defRPr sz="1500"/>
            </a:pPr>
            <a:r>
              <a:t>People recognized God:</a:t>
            </a:r>
          </a:p>
          <a:p>
            <a:pPr lvl="1">
              <a:defRPr sz="1300"/>
            </a:pPr>
            <a:r>
              <a:t>Yahweh = "I AM"</a:t>
            </a:r>
          </a:p>
          <a:p>
            <a:pPr>
              <a:defRPr sz="1500"/>
            </a:pPr>
            <a:r>
              <a:t>Revival happens when people recognize who God is</a:t>
            </a:r>
          </a:p>
          <a:p>
            <a:pPr>
              <a:defRPr sz="1500"/>
            </a:pPr>
            <a:r>
              <a:t>We testify Jesus - John 14:6</a:t>
            </a:r>
          </a:p>
          <a:p>
            <a:pPr lvl="1">
              <a:defRPr sz="1300"/>
            </a:pPr>
            <a:r>
              <a:t>Way -&gt; Watch and follow Him</a:t>
            </a:r>
          </a:p>
          <a:p>
            <a:pPr lvl="1">
              <a:defRPr sz="1300"/>
            </a:pPr>
            <a:r>
              <a:t>Truth -&gt; Testify boldly</a:t>
            </a:r>
          </a:p>
          <a:p>
            <a:pPr lvl="1">
              <a:defRPr sz="1300"/>
            </a:pPr>
            <a:r>
              <a:t>Life -&gt; Listen and abide</a:t>
            </a:r>
          </a:p>
        </p:txBody>
      </p:sp>
      <p:pic>
        <p:nvPicPr>
          <p:cNvPr id="4" name="Picture 3" descr="07-test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143000"/>
            <a:ext cx="466344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6675120" cy="822960"/>
          </a:xfrm>
        </p:spPr>
        <p:txBody>
          <a:bodyPr/>
          <a:lstStyle/>
          <a:p>
            <a:pPr>
              <a:defRPr sz="3400"/>
            </a:pPr>
            <a:r>
              <a:t>6) ALIGNMENT - THE GUARDRAIL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188720"/>
            <a:ext cx="6309360" cy="5303520"/>
          </a:xfrm>
        </p:spPr>
        <p:txBody>
          <a:bodyPr wrap="square"/>
          <a:lstStyle/>
          <a:p>
            <a:pPr>
              <a:defRPr sz="1600"/>
            </a:pPr>
            <a:r>
              <a:t>Warning: We do not release power at will</a:t>
            </a:r>
          </a:p>
          <a:p>
            <a:pPr>
              <a:defRPr sz="1600"/>
            </a:pPr>
            <a:r>
              <a:t>Jesus: "I do nothing on My own"</a:t>
            </a:r>
          </a:p>
          <a:p>
            <a:pPr>
              <a:defRPr sz="1600"/>
            </a:pPr>
            <a:r>
              <a:t>Kingdom authority flows from alignment</a:t>
            </a:r>
          </a:p>
          <a:p>
            <a:pPr>
              <a:defRPr sz="1600"/>
            </a:pPr>
            <a:r>
              <a:t>Oil = relationship maintained, not power controlled</a:t>
            </a:r>
          </a:p>
        </p:txBody>
      </p:sp>
      <p:pic>
        <p:nvPicPr>
          <p:cNvPr id="4" name="Picture 3" descr="08-align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143000"/>
            <a:ext cx="466344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6675120" cy="822960"/>
          </a:xfrm>
        </p:spPr>
        <p:txBody>
          <a:bodyPr/>
          <a:lstStyle/>
          <a:p>
            <a:pPr>
              <a:defRPr sz="3400"/>
            </a:pPr>
            <a:r>
              <a:t>MODERN APPLICATION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188720"/>
            <a:ext cx="6309360" cy="5303520"/>
          </a:xfrm>
        </p:spPr>
        <p:txBody>
          <a:bodyPr wrap="square"/>
          <a:lstStyle/>
          <a:p>
            <a:pPr>
              <a:defRPr sz="1600"/>
            </a:pPr>
            <a:r>
              <a:t>Spirit dwells in us today</a:t>
            </a:r>
          </a:p>
          <a:p>
            <a:pPr>
              <a:defRPr sz="1600"/>
            </a:pPr>
            <a:r>
              <a:t>Kingdom flows through surrender</a:t>
            </a:r>
          </a:p>
          <a:p>
            <a:pPr>
              <a:defRPr sz="1600"/>
            </a:pPr>
            <a:r>
              <a:t>For Deaf believers:</a:t>
            </a:r>
          </a:p>
          <a:p>
            <a:pPr lvl="1">
              <a:defRPr sz="1400"/>
            </a:pPr>
            <a:r>
              <a:t>You may not hear sound, but you discern spiritually</a:t>
            </a:r>
          </a:p>
          <a:p>
            <a:pPr>
              <a:defRPr sz="1600"/>
            </a:pPr>
            <a:r>
              <a:t>God is raising:</a:t>
            </a:r>
          </a:p>
          <a:p>
            <a:pPr lvl="1">
              <a:defRPr sz="1400"/>
            </a:pPr>
            <a:r>
              <a:t>Watchmen</a:t>
            </a:r>
          </a:p>
          <a:p>
            <a:pPr lvl="1">
              <a:defRPr sz="1400"/>
            </a:pPr>
            <a:r>
              <a:t>Prayer warriors</a:t>
            </a:r>
          </a:p>
          <a:p>
            <a:pPr lvl="1">
              <a:defRPr sz="1400"/>
            </a:pPr>
            <a:r>
              <a:t>Faithful witnesses</a:t>
            </a:r>
          </a:p>
          <a:p>
            <a:pPr>
              <a:defRPr sz="1600"/>
            </a:pPr>
            <a:r>
              <a:t>James 5:16 - The prayer of the righteous is powerful and effective</a:t>
            </a:r>
          </a:p>
        </p:txBody>
      </p:sp>
      <p:pic>
        <p:nvPicPr>
          <p:cNvPr id="4" name="Picture 3" descr="09-modern-appl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143000"/>
            <a:ext cx="466344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20040"/>
            <a:ext cx="6675120" cy="822960"/>
          </a:xfrm>
        </p:spPr>
        <p:txBody>
          <a:bodyPr/>
          <a:lstStyle/>
          <a:p>
            <a:pPr>
              <a:defRPr sz="3400"/>
            </a:pPr>
            <a:r>
              <a:t>ALTAR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188720"/>
            <a:ext cx="6309360" cy="5303520"/>
          </a:xfrm>
        </p:spPr>
        <p:txBody>
          <a:bodyPr wrap="square"/>
          <a:lstStyle/>
          <a:p>
            <a:pPr>
              <a:defRPr sz="1500"/>
            </a:pPr>
            <a:r>
              <a:t>Stand, not for hype, but for surrender</a:t>
            </a:r>
          </a:p>
          <a:p>
            <a:pPr>
              <a:defRPr sz="1500"/>
            </a:pPr>
            <a:r>
              <a:t>Pray:</a:t>
            </a:r>
          </a:p>
          <a:p>
            <a:pPr>
              <a:defRPr sz="1500"/>
            </a:pPr>
            <a:r>
              <a:t>"Father,</a:t>
            </a:r>
          </a:p>
          <a:p>
            <a:pPr>
              <a:defRPr sz="1500"/>
            </a:pPr>
            <a:r>
              <a:t>Press us if You must.</a:t>
            </a:r>
          </a:p>
          <a:p>
            <a:pPr>
              <a:defRPr sz="1500"/>
            </a:pPr>
            <a:r>
              <a:t>Crush pride. Remove distraction. Align our hearts with Yours.</a:t>
            </a:r>
          </a:p>
          <a:p>
            <a:pPr>
              <a:defRPr sz="1500"/>
            </a:pPr>
            <a:r>
              <a:t>Make us watchers. Make us listeners. Make us faithful witnesses.</a:t>
            </a:r>
          </a:p>
          <a:p>
            <a:pPr>
              <a:defRPr sz="1500"/>
            </a:pPr>
            <a:r>
              <a:t>Let our prayers be powerful and effective,</a:t>
            </a:r>
          </a:p>
          <a:p>
            <a:pPr>
              <a:defRPr sz="1500"/>
            </a:pPr>
            <a:r>
              <a:t>Not because we control heaven,</a:t>
            </a:r>
          </a:p>
          <a:p>
            <a:pPr>
              <a:defRPr sz="1500"/>
            </a:pPr>
            <a:r>
              <a:t>But because we walk with You.</a:t>
            </a:r>
          </a:p>
          <a:p>
            <a:pPr>
              <a:defRPr sz="1500"/>
            </a:pPr>
            <a:r>
              <a:t>Let revival be endless,</a:t>
            </a:r>
          </a:p>
          <a:p>
            <a:pPr>
              <a:defRPr sz="1500"/>
            </a:pPr>
            <a:r>
              <a:t>Because obedience is continual.</a:t>
            </a:r>
          </a:p>
          <a:p>
            <a:pPr>
              <a:defRPr sz="1500"/>
            </a:pPr>
            <a:r>
              <a:t>In Jesus' name, Amen."</a:t>
            </a:r>
          </a:p>
        </p:txBody>
      </p:sp>
      <p:pic>
        <p:nvPicPr>
          <p:cNvPr id="4" name="Picture 3" descr="10-altar-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143000"/>
            <a:ext cx="4663440" cy="46634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